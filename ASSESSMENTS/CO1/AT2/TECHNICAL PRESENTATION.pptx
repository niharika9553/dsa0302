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1" r:id="rId6"/>
    <p:sldId id="259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8551-16BB-90AC-F720-969433EE6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4AE6E-C602-BD20-4D09-E5C4FF3C2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92790-37D9-1314-8826-645E94E4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48B67-DCF5-A382-D5C7-8FE9A753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9A8AC-240B-FA5F-C6C4-CECFDC9D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8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2D9D-9BA8-D953-229F-3E8538CB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2C46D-8DAC-6E62-0FA6-BED47365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ACAE1-F18D-FF92-CF22-23800C96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4E865-E716-157B-F81E-582F5B8B6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38B2A-B33C-59DC-1F7A-658810A0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98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40DF-75A4-78DC-B841-B941EECDD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AE1FF-AAB2-9138-4497-844AD48D3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11D0B-F8BD-6B1C-1158-66E47D8E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D1B30-B19C-29AF-4DC7-5859B061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61AB0-E41C-CB7C-F7AA-169E5AAD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1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9EE8-A684-4259-78C9-F62E0A83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199F-6EEE-6BA3-1D42-A698A5038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798B8-09ED-E323-1D33-248AD1292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F2119-2EC1-2BE8-E9EA-CC0BF671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27DE7-CF55-9B90-3297-B6700366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8C67A-8323-2B57-996E-AF94326B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33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BEA3-9F63-2513-5DE0-91D3B60D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FCE0A-EB38-35FC-DF9B-86E76C6F9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2566E-C848-F444-F078-2E3DF043D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12497-3BD0-E19D-43D1-1ED88A82D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55C51-D1C1-7B07-5142-F2A4C7716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7469BB-B206-1469-0DA2-18A31EA5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D3432-8AB2-0890-6EBB-010CD341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09BE9-3853-D1ED-7E82-6D2CDD4F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2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29B4-976E-22CA-FC65-28DAD817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FDE23-8ABD-3ACF-59B0-CB157751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2B192-92E8-ED4C-239A-B05A4849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7C25B-73FA-95BB-846C-5EB4C88F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EDBFA-9CEE-A7B2-87FF-A6628EDA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36DF9-E3D2-91F8-B274-3FA40BE2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F9BE5-5F54-8EC0-C576-0DBBBCEB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79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E1A1-8D7E-24A1-5CF6-6B0EF6E6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EE2C-29F5-B725-915D-61AB488A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BC018-6814-A1BA-47B9-8ACECBD5C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2FB8C-B419-8F03-9ED9-825AB01C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3B74-81C0-FADD-EB8D-14DACDD1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DBDA7-644F-C256-B7E1-399D54B6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36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BE55-6B22-BD7E-E623-CC3FA8C0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8759C-D5BA-BCB0-0F8E-B5B9D42EE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A08F4-24CC-2284-878F-248103D56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64C5C-1573-01ED-1708-39BEBE5F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322ED-02E7-79AD-4C3D-B0AA57B9E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33605-FADB-A679-BA6E-124340F6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92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C998-B947-697A-BC3D-FC98C28B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8187F-32CA-EC98-B197-9B39525B0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41266-2D0F-62F9-15C9-048DDA35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177A5-BDA1-E10E-602E-526C6D94D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187A6-A143-C12C-39B8-0CA3879F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62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0BA5F-7769-76C0-1B70-A7DED962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2297C-AB77-4BE6-B7FC-B9ABC1CB9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5C376-D188-EB28-D16F-E8C5686D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1DE25-D212-4A49-6FD2-4C1EB710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6B7E4-104E-9C69-AA86-879B9AF1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5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6DD6F-F9A7-BE18-72BF-8696FDA5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14C69-6656-018D-3E97-5B8933727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57E5C-3468-99A9-0179-D934EA8A5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7E563-CED6-44B7-9BC5-141DCE2B6A4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EAAC0-A8BB-498D-ABC3-B68B25CDF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73B98-D803-E963-253A-BA82E5D93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5B324-CB00-4416-B4DD-76416403D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3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0688-F28C-8980-8269-3F599C3A0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968" y="1867086"/>
            <a:ext cx="10134600" cy="1315025"/>
          </a:xfrm>
        </p:spPr>
        <p:txBody>
          <a:bodyPr>
            <a:no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in Natural Language Processing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5C999-EF11-7942-07E7-10EAEBB7E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8008" y="3373087"/>
            <a:ext cx="9144000" cy="45789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DSA0302 – Natural Language Processing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D87F1691-9989-45F4-2FC7-97B5266DB3C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04" y="380999"/>
            <a:ext cx="9873108" cy="1066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0D0496-A825-B405-6F40-3C067869B591}"/>
              </a:ext>
            </a:extLst>
          </p:cNvPr>
          <p:cNvSpPr txBox="1"/>
          <p:nvPr/>
        </p:nvSpPr>
        <p:spPr>
          <a:xfrm>
            <a:off x="8083296" y="4643599"/>
            <a:ext cx="3767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Niharika - 192472392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9CFFE-8E92-BAE7-2257-E7E1624221AC}"/>
              </a:ext>
            </a:extLst>
          </p:cNvPr>
          <p:cNvSpPr txBox="1"/>
          <p:nvPr/>
        </p:nvSpPr>
        <p:spPr>
          <a:xfrm>
            <a:off x="1081404" y="4876228"/>
            <a:ext cx="4432428" cy="735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Devi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866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DD49-18F5-90F0-D666-AFC351D0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359124"/>
            <a:ext cx="6925056" cy="83273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B4894-65CA-CBFA-3325-39E7898FA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432432"/>
            <a:ext cx="10553749" cy="530701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Finite State Automata (FSA):</a:t>
            </a:r>
          </a:p>
          <a:p>
            <a:pPr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is a computational model with a finite number of states.</a:t>
            </a:r>
          </a:p>
          <a:p>
            <a:pPr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one input symbol at a time.                                        </a:t>
            </a:r>
          </a:p>
          <a:p>
            <a:pPr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accepts or rejects strings based on state transitions.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Components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Alphabet</a:t>
            </a:r>
          </a:p>
          <a:p>
            <a:pPr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Function</a:t>
            </a:r>
          </a:p>
          <a:p>
            <a:pPr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State</a:t>
            </a:r>
          </a:p>
          <a:p>
            <a:pPr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(Final) State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Explanation: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reads an input string character by character and moves between states according                                  to predefined rules.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aveetha Institute of Medical and Technical Sciences ...">
            <a:extLst>
              <a:ext uri="{FF2B5EF4-FFF2-40B4-BE49-F238E27FC236}">
                <a16:creationId xmlns:a16="http://schemas.microsoft.com/office/drawing/2014/main" id="{E2351439-F896-941C-43A2-D816A4438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118554"/>
            <a:ext cx="1856232" cy="1362455"/>
          </a:xfrm>
          <a:prstGeom prst="rect">
            <a:avLst/>
          </a:prstGeom>
        </p:spPr>
      </p:pic>
      <p:pic>
        <p:nvPicPr>
          <p:cNvPr id="8" name="Picture 7" descr="Exam Seating Portal">
            <a:extLst>
              <a:ext uri="{FF2B5EF4-FFF2-40B4-BE49-F238E27FC236}">
                <a16:creationId xmlns:a16="http://schemas.microsoft.com/office/drawing/2014/main" id="{3A08F0B2-0A61-9976-D9BB-FA3E77E1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783" y="118554"/>
            <a:ext cx="1603057" cy="1448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9CE563-2FB6-7C5E-DCB8-5573920C5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70" y="1481009"/>
            <a:ext cx="3923072" cy="385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687C-C687-51B3-CD71-C6D376158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716" y="1307690"/>
            <a:ext cx="10346092" cy="560450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Automata (DFA)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transition for each input symbol.            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easier to implement.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ambiguity in state transitions.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Non-Deterministic Finite Automata (NFA)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transitions are possible.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ε (epsilon) transitions.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for designing automata.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Saveetha Institute of Medical and Technical Sciences ...">
            <a:extLst>
              <a:ext uri="{FF2B5EF4-FFF2-40B4-BE49-F238E27FC236}">
                <a16:creationId xmlns:a16="http://schemas.microsoft.com/office/drawing/2014/main" id="{8BAF0FDF-5537-5EFB-5584-7C709E75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173737" y="146305"/>
            <a:ext cx="1691640" cy="1468342"/>
          </a:xfrm>
          <a:prstGeom prst="rect">
            <a:avLst/>
          </a:prstGeom>
        </p:spPr>
      </p:pic>
      <p:pic>
        <p:nvPicPr>
          <p:cNvPr id="14" name="Picture 13" descr="Exam Seating Portal">
            <a:extLst>
              <a:ext uri="{FF2B5EF4-FFF2-40B4-BE49-F238E27FC236}">
                <a16:creationId xmlns:a16="http://schemas.microsoft.com/office/drawing/2014/main" id="{97351B73-214E-5CD1-37AB-F6B9A8C1D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070" y="146305"/>
            <a:ext cx="1548193" cy="12655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92C9E9-8B17-FC01-3630-7DDF9F4E0B19}"/>
              </a:ext>
            </a:extLst>
          </p:cNvPr>
          <p:cNvSpPr txBox="1"/>
          <p:nvPr/>
        </p:nvSpPr>
        <p:spPr>
          <a:xfrm>
            <a:off x="3441290" y="403123"/>
            <a:ext cx="57027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IN" sz="4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Finite Automata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E2BFA-EBCA-D25E-ECAF-1E90D7876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386" y="1769807"/>
            <a:ext cx="4444182" cy="45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6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0985-55F7-85ED-93AA-60FE9FFE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688" y="306054"/>
            <a:ext cx="6568440" cy="70313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Role in NLP</a:t>
            </a:r>
            <a:br>
              <a:rPr lang="en-IN" b="1" dirty="0"/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0EF3A-9724-5BB5-AEC9-25511785B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1623987"/>
            <a:ext cx="11025337" cy="480630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Lexical Analysis</a:t>
            </a:r>
          </a:p>
          <a:p>
            <a:pPr>
              <a:lnSpc>
                <a:spcPct val="17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text into tokens (words, numbers, symbols).</a:t>
            </a:r>
          </a:p>
          <a:p>
            <a:pPr>
              <a:lnSpc>
                <a:spcPct val="17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valid keywords and identifiers.</a:t>
            </a:r>
          </a:p>
          <a:p>
            <a:pPr>
              <a:lnSpc>
                <a:spcPct val="17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tokenization and text preprocessing.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Recognition</a:t>
            </a:r>
          </a:p>
          <a:p>
            <a:pPr>
              <a:lnSpc>
                <a:spcPct val="17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a string follows language rules.</a:t>
            </a:r>
          </a:p>
          <a:p>
            <a:pPr>
              <a:lnSpc>
                <a:spcPct val="17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valid words and patterns.</a:t>
            </a:r>
          </a:p>
          <a:p>
            <a:pPr>
              <a:lnSpc>
                <a:spcPct val="17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spell checking and syntax validation.</a:t>
            </a:r>
          </a:p>
          <a:p>
            <a:pPr>
              <a:lnSpc>
                <a:spcPct val="170000"/>
              </a:lnSpc>
            </a:pP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aveetha Institute of Medical and Technical Sciences ...">
            <a:extLst>
              <a:ext uri="{FF2B5EF4-FFF2-40B4-BE49-F238E27FC236}">
                <a16:creationId xmlns:a16="http://schemas.microsoft.com/office/drawing/2014/main" id="{D0F12875-666B-47AF-A0E1-B3022AC53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0" y="127064"/>
            <a:ext cx="1892808" cy="1408175"/>
          </a:xfrm>
          <a:prstGeom prst="rect">
            <a:avLst/>
          </a:prstGeom>
        </p:spPr>
      </p:pic>
      <p:pic>
        <p:nvPicPr>
          <p:cNvPr id="8" name="Picture 7" descr="Exam Seating Portal">
            <a:extLst>
              <a:ext uri="{FF2B5EF4-FFF2-40B4-BE49-F238E27FC236}">
                <a16:creationId xmlns:a16="http://schemas.microsoft.com/office/drawing/2014/main" id="{55A03CF9-68AA-E54C-1B58-A0420AA59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15812"/>
            <a:ext cx="1703641" cy="140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2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C660E-7B2B-1E52-0DC6-28B33CB39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484678"/>
            <a:ext cx="11332462" cy="537332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 Checking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Processing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Benefits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implementation</a:t>
            </a:r>
          </a:p>
          <a:p>
            <a:pPr marL="0" indent="0">
              <a:lnSpc>
                <a:spcPct val="12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IN" sz="1800" dirty="0"/>
          </a:p>
        </p:txBody>
      </p:sp>
      <p:pic>
        <p:nvPicPr>
          <p:cNvPr id="6" name="Picture 5" descr="Saveetha Institute of Medical and Technical Sciences ...">
            <a:extLst>
              <a:ext uri="{FF2B5EF4-FFF2-40B4-BE49-F238E27FC236}">
                <a16:creationId xmlns:a16="http://schemas.microsoft.com/office/drawing/2014/main" id="{27A982B8-FF64-F689-48A4-5C98243E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130048" y="137161"/>
            <a:ext cx="1664208" cy="1371599"/>
          </a:xfrm>
          <a:prstGeom prst="rect">
            <a:avLst/>
          </a:prstGeom>
        </p:spPr>
      </p:pic>
      <p:pic>
        <p:nvPicPr>
          <p:cNvPr id="8" name="Picture 7" descr="Exam Seating Portal">
            <a:extLst>
              <a:ext uri="{FF2B5EF4-FFF2-40B4-BE49-F238E27FC236}">
                <a16:creationId xmlns:a16="http://schemas.microsoft.com/office/drawing/2014/main" id="{41593B42-F021-4772-FF65-AC3F1D18F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7744" y="230993"/>
            <a:ext cx="1664208" cy="1183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EFC6F-91A6-1C88-0883-5786A5A6ABFB}"/>
              </a:ext>
            </a:extLst>
          </p:cNvPr>
          <p:cNvSpPr txBox="1"/>
          <p:nvPr/>
        </p:nvSpPr>
        <p:spPr>
          <a:xfrm>
            <a:off x="3873910" y="499793"/>
            <a:ext cx="557488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endParaRPr lang="en-IN" dirty="0"/>
          </a:p>
        </p:txBody>
      </p:sp>
      <p:pic>
        <p:nvPicPr>
          <p:cNvPr id="7" name="Picture 6" descr="What is Tokenization in NLP?">
            <a:extLst>
              <a:ext uri="{FF2B5EF4-FFF2-40B4-BE49-F238E27FC236}">
                <a16:creationId xmlns:a16="http://schemas.microsoft.com/office/drawing/2014/main" id="{90631C5E-FC19-ED29-2463-C6F9544C5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854" y="1651819"/>
            <a:ext cx="5574889" cy="486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51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2097-77CE-DD92-0910-2C1C2AC5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336" y="282829"/>
            <a:ext cx="574548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Saveetha Institute of Medical and Technical Sciences ...">
            <a:extLst>
              <a:ext uri="{FF2B5EF4-FFF2-40B4-BE49-F238E27FC236}">
                <a16:creationId xmlns:a16="http://schemas.microsoft.com/office/drawing/2014/main" id="{F4264CFD-A96B-1319-0095-C5BA07DB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137161" y="282829"/>
            <a:ext cx="1709928" cy="1252727"/>
          </a:xfrm>
          <a:prstGeom prst="rect">
            <a:avLst/>
          </a:prstGeom>
        </p:spPr>
      </p:pic>
      <p:pic>
        <p:nvPicPr>
          <p:cNvPr id="11" name="Picture 10" descr="Exam Seating Portal">
            <a:extLst>
              <a:ext uri="{FF2B5EF4-FFF2-40B4-BE49-F238E27FC236}">
                <a16:creationId xmlns:a16="http://schemas.microsoft.com/office/drawing/2014/main" id="{6017D9A1-BA76-314C-0768-D4BCAF761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338329"/>
            <a:ext cx="1648777" cy="12378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497B0E-33F3-0746-B39D-0BDE0444A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766" y="1818968"/>
            <a:ext cx="5247178" cy="400172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9A28FD3-4A61-95E0-F567-710FC7BB5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21110" y="1818968"/>
            <a:ext cx="4688567" cy="400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7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72827-071B-A732-2588-22717E4E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344" y="338329"/>
            <a:ext cx="535228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70A2-4C9D-7287-4489-BBDAEE6D2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750143"/>
            <a:ext cx="10917248" cy="46014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(FSA) are fundamental computational models used in Natural Language Processing (NLP).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Automata (DFA) provide fast, simple, and predictable pattern recognition.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 Finite Automata (NFA) offer greater flexibility for designing language recognition systems.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plays a vital role in lexical analysis, tokenization, and language recognition.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serves as the foundation for many modern NLP applications, including spell checking, search engines, chatbots, and text processing.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3B704B53-A04D-0D30-C208-53304561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1" y="338329"/>
            <a:ext cx="1709928" cy="1252727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A0E24902-8E6F-0F28-0363-868BB260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338329"/>
            <a:ext cx="1648777" cy="123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8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 you Images - Free Download on Magnific (formerly Freepik)">
            <a:extLst>
              <a:ext uri="{FF2B5EF4-FFF2-40B4-BE49-F238E27FC236}">
                <a16:creationId xmlns:a16="http://schemas.microsoft.com/office/drawing/2014/main" id="{D146743D-EA26-8C4D-2C7B-DBF2D7CE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823722"/>
            <a:ext cx="70485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7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325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Finite State Automata in Natural Language Processing </vt:lpstr>
      <vt:lpstr>INTRODUCTION</vt:lpstr>
      <vt:lpstr>PowerPoint Presentation</vt:lpstr>
      <vt:lpstr>                 Role in NLP </vt:lpstr>
      <vt:lpstr>PowerPoint Presentation</vt:lpstr>
      <vt:lpstr>IMPLEMENTATION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Pranitha reddy Karrolu</dc:creator>
  <cp:lastModifiedBy>mattaniharika95@gmail.com</cp:lastModifiedBy>
  <cp:revision>4</cp:revision>
  <dcterms:created xsi:type="dcterms:W3CDTF">2026-07-15T05:39:37Z</dcterms:created>
  <dcterms:modified xsi:type="dcterms:W3CDTF">2026-07-17T05:40:00Z</dcterms:modified>
</cp:coreProperties>
</file>